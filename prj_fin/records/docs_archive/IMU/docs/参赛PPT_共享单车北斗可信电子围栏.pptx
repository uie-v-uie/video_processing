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开场：一句话——不可信就不扣费。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用业务故事开场，不要先讲算法。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指着三色讲：绿合规、红扣费、紫不扣费待复核。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强调不买外设、可复现；规则与芯片解耦。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必背：城市多径84%→11%；多径+欺骗74%→0%。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红点=旧逻辑误扣风险；紫点=本方案HOLD不扣费。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旧逻辑多径时段大面积误判框外；本方案大量HOLD。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先承认原方案短板，再给增强层的物理依据。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评委问门限怎么定：全部由虚警预算与围栏几何给出。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一图讲清“模糊带”和为什么必须聚窗。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收尾强调：我们同时压住误扣率与停摆率，并主动交代边界。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评委问“创新层是不是只在 PC 上成立”：给出 C 实现与逐历元一致性数据。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评委问FPGA：主证据是业务指标；板端只证明可部署。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对齐三性评分 + 可举证。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收尾重复核心数字。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面向共享单车的北斗可信电子围栏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9D8E8"/>
                </a:solidFill>
                <a:latin typeface="Microsoft YaHei"/>
                <a:ea typeface="Microsoft YaHei"/>
                <a:cs typeface="Microsoft YaHei"/>
              </a:rPr>
              <a:t>多径条件下的违停误判抑制与数字孪生验证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200400"/>
            <a:ext cx="2011680" cy="54864"/>
          </a:xfrm>
          <a:prstGeom prst="rect">
            <a:avLst/>
          </a:prstGeom>
          <a:solidFill>
            <a:srgbClr val="B8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第八届湖南省大学生智能导航科技创新大赛 · 科技创意类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8C8"/>
                </a:solidFill>
                <a:latin typeface="Microsoft YaHei"/>
                <a:ea typeface="Microsoft YaHei"/>
                <a:cs typeface="Microsoft YaHei"/>
              </a:rPr>
              <a:t>作品呈现：方案报告 · 数字孪生仿真 · 证据图 · 边缘可部署性验证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01 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研究背景：停车点旁的“被扣费”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822960" cy="45720"/>
          </a:xfrm>
          <a:prstGeom prst="rect">
            <a:avLst/>
          </a:prstGeom>
          <a:solidFill>
            <a:srgbClr val="B8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用户将车停在指定停车框边缘，高楼多径使北斗解算坐标漂出框外，平台按违停扣取调度费。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5204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用户侧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停在停车点仍被扣费
申诉成本高，体验差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86000"/>
            <a:ext cx="35204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运营侧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108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乱停要罚、误罚要赔
缺“不可信、待复核”状态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286000"/>
            <a:ext cx="35204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技术侧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108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传统围栏只做多边形包含
几乎不做位置可信度评估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120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本作品对齐“智能导航+民生场景”，与往届应急车道、智能红绿灯等应用型创意同路，场景落在两轮出行计费。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02  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方案规则：先判可信，再判围栏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822960" cy="45720"/>
          </a:xfrm>
          <a:prstGeom prst="rect">
            <a:avLst/>
          </a:prstGeom>
          <a:solidFill>
            <a:srgbClr val="B8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3_three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241280" cy="47792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03  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技术路线：数字孪生验证可信计费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822960" cy="45720"/>
          </a:xfrm>
          <a:prstGeom prst="rect">
            <a:avLst/>
          </a:prstGeom>
          <a:solidFill>
            <a:srgbClr val="B8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4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789920" cy="3776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04 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实验结果：误扣费率显著下降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822960" cy="45720"/>
          </a:xfrm>
          <a:prstGeom prst="rect">
            <a:avLst/>
          </a:prstGeom>
          <a:solidFill>
            <a:srgbClr val="B8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_false_fe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241280" cy="61447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04 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城市多径：停车框与轨迹对比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822960" cy="45720"/>
          </a:xfrm>
          <a:prstGeom prst="rect">
            <a:avLst/>
          </a:prstGeom>
          <a:solidFill>
            <a:srgbClr val="B8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2_fence_map_urban_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0241280" cy="69982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04 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决策时间线：HOLD 如何保护用户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822960" cy="45720"/>
          </a:xfrm>
          <a:prstGeom prst="rect">
            <a:avLst/>
          </a:prstGeom>
          <a:solidFill>
            <a:srgbClr val="B8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5_fe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10424160" cy="41696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05  深化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深化：从“不误扣”到“可证明不误扣”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822960" cy="45720"/>
          </a:xfrm>
          <a:prstGeom prst="rect">
            <a:avLst/>
          </a:prstGeom>
          <a:solidFill>
            <a:srgbClr val="B8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三态门控把不可信一律 HOLD —— 计费真正发生的“锁车静止”时刻，44% 的请求没有结论；而它的阈值是经验值：多径 8 m 时 HOLD 率为 0、照样出结论，此时漏判违停 5%；20 m 时出现 0.8% 误扣。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4B8A"/>
                </a:solidFill>
                <a:latin typeface="Microsoft YaHei"/>
                <a:ea typeface="Microsoft YaHei"/>
                <a:cs typeface="Microsoft YaHei"/>
              </a:rPr>
              <a:t>停摆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HOLD 44.0%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186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自动判决仅 56%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2860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3957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6332A"/>
                </a:solidFill>
                <a:latin typeface="Microsoft YaHei"/>
                <a:ea typeface="Microsoft YaHei"/>
                <a:cs typeface="Microsoft YaHei"/>
              </a:rPr>
              <a:t>无下界保证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529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阈值 4σ 经验值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186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干扰更强时开始误扣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28600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23957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不可解释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8529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答不出“凭什么敢扣”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2186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无法对用户/监管举证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7763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增强层 PLTG 的三个可用信息（共享单车场景独有）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348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① 锁车后物理静止 → 一个窗口共享同一位置未知数，等效精度 ~1/√W，多径时间结构自相消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② 围栏本身就是位置先验 → “框内”与“框外”两个假设分别做约束最小二乘，比谁更能解释观测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③ 判不动时降级到与卫星无关的路侧锚点测距 → 多径与欺骗都伪造不了锚点距离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05  深化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PLTG：把“可信”量化为带预算的统计量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822960" cy="45720"/>
          </a:xfrm>
          <a:prstGeom prst="rect">
            <a:avLst/>
          </a:prstGeom>
          <a:solidFill>
            <a:srgbClr val="B8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94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961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A5F"/>
                </a:solidFill>
                <a:latin typeface="Microsoft YaHei"/>
                <a:ea typeface="Microsoft YaHei"/>
                <a:cs typeface="Microsoft YaHei"/>
              </a:rPr>
              <a:t>χ² 完好性门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T = Σr²/σ₀² 与 χ²(1−P_fa, M−4) 比较
P_fa=10⁻² → 门限由预算给出，不是 4σ 经验值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9961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水平保护级 HPL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38528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Q = σ̂²(HᵗH)⁻¹，σ_h = √(Qxx+Qyy)
HPL = k·σ_h，k = √(−2 ln P_hpa) = 3.72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63240"/>
            <a:ext cx="5394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9125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零速窗口联合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30168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W 历元共用 1 个位置 + 每历元 1 个钟差
钟差用历元内去均值解析消掉 → 未知数 2 个，可上 MCU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63240"/>
            <a:ext cx="5394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19125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C4B8A"/>
                </a:solidFill>
                <a:latin typeface="Microsoft YaHei"/>
                <a:ea typeface="Microsoft YaHei"/>
                <a:cs typeface="Microsoft YaHei"/>
              </a:rPr>
              <a:t>围栏对偶假设检验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630168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δ = (SSE_out − SSE_in)/σ̂²，δ_th = χ²(0.999, 2) = 13.8
δ≥+门限 合规 / δ≤−门限 违停 / 否则 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分级处置：L1 单频 GNSS 聚合判决 →（χ² 失败）L2 路侧 3 锚点降级判决 →（仍不可判）L3 人工/信标复核。零速门（窗口位置漂移率 &gt;0.20 m/s）作为独立第二防线，专防“几何一致但物理不可能”的拖拽与慢拉欺骗。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05  深化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判决几何：缓冲等值线与聚合收敛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822960" cy="45720"/>
          </a:xfrm>
          <a:prstGeom prst="rect">
            <a:avLst/>
          </a:prstGeom>
          <a:solidFill>
            <a:srgbClr val="B8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7_pltg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7498079" cy="57222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0" y="1554480"/>
            <a:ext cx="2743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灰点：单历元解算，被多径拖走
· 紫线：零速窗口聚合位置，向真值收敛
· 蓝框：16×12 m 停车围栏
· 紫/红虚线：±HPL 内缩与外扩缓冲带
· 只有整条不确定带落在框内(外)才定案
· 三角：3 个路侧锚点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05  深化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PLTG 结果：误扣 0% 且停摆降到 2.6%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822960" cy="45720"/>
          </a:xfrm>
          <a:prstGeom prst="rect">
            <a:avLst/>
          </a:prstGeom>
          <a:solidFill>
            <a:srgbClr val="B8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9_pltg_poli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680960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1887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10 个静止场景均值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旧逻辑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1645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332A"/>
                </a:solidFill>
                <a:latin typeface="Microsoft YaHei"/>
                <a:ea typeface="Microsoft YaHei"/>
                <a:cs typeface="Microsoft YaHei"/>
              </a:rPr>
              <a:t>13.3%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45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B8A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1645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4.84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2128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三态门控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221284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332A"/>
                </a:solidFill>
                <a:latin typeface="Microsoft YaHei"/>
                <a:ea typeface="Microsoft YaHei"/>
                <a:cs typeface="Microsoft YaHei"/>
              </a:rPr>
              <a:t>0.17%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221284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B8A"/>
                </a:solidFill>
                <a:latin typeface="Microsoft YaHei"/>
                <a:ea typeface="Microsoft YaHei"/>
                <a:cs typeface="Microsoft YaHei"/>
              </a:rPr>
              <a:t>44.0%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22128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1.78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7797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仅保护级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277977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332A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277977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B8A"/>
                </a:solidFill>
                <a:latin typeface="Microsoft YaHei"/>
                <a:ea typeface="Microsoft YaHei"/>
                <a:cs typeface="Microsoft YaHei"/>
              </a:rPr>
              <a:t>96.5%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27797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3.02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3467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PLTG(GNSS)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3346704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332A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3346704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B8A"/>
                </a:solidFill>
                <a:latin typeface="Microsoft YaHei"/>
                <a:ea typeface="Microsoft YaHei"/>
                <a:cs typeface="Microsoft YaHei"/>
              </a:rPr>
              <a:t>75.4%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334670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2.35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9136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PLTG+锚点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39136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332A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39136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4B8A"/>
                </a:solidFill>
                <a:latin typeface="Microsoft YaHei"/>
                <a:ea typeface="Microsoft YaHei"/>
                <a:cs typeface="Microsoft YaHei"/>
              </a:rPr>
              <a:t>2.6%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391363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0.08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57200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代价模型：误扣 10 / 漏判 6 / HOLD 1
PLTG+锚点 = 原方案代价的 1/22
首次定案 3 s；超参数(窗口 6→40、HPL_max 2→8 m)不敏感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4864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诚实边界：只有单频 GNSS 时，多径 20 m 下 HPL 6.4 m 已大于围栏半宽 —— 判不动是物理事实；本方案把它变成可证明、可量化、可降级处置的结论，而不是“碰运气不误扣”。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06  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增强层可移植性：纯 C 实现与 Python 逐历元一致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822960" cy="45720"/>
          </a:xfrm>
          <a:prstGeom prst="rect">
            <a:avLst/>
          </a:prstGeom>
          <a:solidFill>
            <a:srgbClr val="B8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5778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fpga/software/plfg_window.c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仅依赖 stdio/math，无 numpy/scipy/动态内存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2×2 法方程；每历元钟差用去均值解析消掉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6382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活跃集约束最小二乘实现“框内/框外”对偶假设检验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9417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χ² 门限与 HPL 系数在 C 内用 Acklam+Newton 自行求解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245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窗口 20 历元 × 8 星，最坏 9 次约束解算 ≈ 数百次乘加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跨语言一致性对照（gcc 编译后逐历元比对）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65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场景 / 判决动作一致率 / δ 最大相对偏差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clean_in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121/121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2.9e-09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80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urban_mp_in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880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121/121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2880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9.2e-08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mp_spoof_out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121/121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3832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1.8e-07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9776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6B4F"/>
                </a:solidFill>
                <a:latin typeface="Microsoft YaHei"/>
                <a:ea typeface="Microsoft YaHei"/>
                <a:cs typeface="Microsoft YaHei"/>
              </a:rPr>
              <a:t>363 历元判决动作 100% 一致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434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δ 相对偏差 &lt;1.8e-7，HPL &lt;1.4e-7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892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“载体可替换”由主张变为可复现实验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349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复现：python src/sim/crosscheck_c.py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21208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无动态内存、无递归；窗口固定 20 历元 × 8 星，法方程仅 2×2，Cortex-M4F 量级即可承载。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06  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边缘可部署性验证（加分项）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822960" cy="45720"/>
          </a:xfrm>
          <a:prstGeom prst="rect">
            <a:avLst/>
          </a:prstGeom>
          <a:solidFill>
            <a:srgbClr val="B8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4864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硬件：Zynq-7020 开发板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数据：与 PC 同源测试集注入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方式：JTAG 下载，PS 批处理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回读：调试接口读取结果邮箱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结论：规则可在边缘处理器运行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 量产路径：MCU / GNSS 模组</a:t>
            </a:r>
          </a:p>
        </p:txBody>
      </p:sp>
      <p:pic>
        <p:nvPicPr>
          <p:cNvPr id="13" name="Picture 12" descr="VIT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4937760" cy="32063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92240" y="5120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Vitis 工程编译/下载截图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07 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创新点与应用价值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822960" cy="45720"/>
          </a:xfrm>
          <a:prstGeom prst="rect">
            <a:avLst/>
          </a:prstGeom>
          <a:solidFill>
            <a:srgbClr val="B8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0078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科学性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00784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伪距定位 + 残差完好性 → 升级为带虚警预算的 χ² 检验与水平保护级 HPL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5234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创新性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752344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完好性前置到计费；零速聚窗把 HOLD 变成 3 s 延迟定案；围栏几何作对偶假设检验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0390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实用性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803904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误扣 0%、停摆 2.6%、期望业务代价降到原方案 1/22；规则可落到锁控/运营系统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85546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85C2E"/>
                </a:solidFill>
                <a:latin typeface="Microsoft YaHei"/>
                <a:ea typeface="Microsoft YaHei"/>
                <a:cs typeface="Microsoft YaHei"/>
              </a:rPr>
              <a:t>可解释性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855464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每一单都能回答“凭什么敢扣”：证据差 δ 与预算门限，判不动则降级或转复核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谢谢各位评委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9D8E8"/>
                </a:solidFill>
                <a:latin typeface="Microsoft YaHei"/>
                <a:ea typeface="Microsoft YaHei"/>
                <a:cs typeface="Microsoft YaHei"/>
              </a:rPr>
              <a:t>不可信，就不扣费。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FD0A8"/>
                </a:solidFill>
                <a:latin typeface="Microsoft YaHei"/>
                <a:ea typeface="Microsoft YaHei"/>
                <a:cs typeface="Microsoft YaHei"/>
              </a:rPr>
              <a:t>城市多径误扣费率：84% → 11%（三态门控）→ 0%（PLTG）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26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9D8E8"/>
                </a:solidFill>
                <a:latin typeface="Microsoft YaHei"/>
                <a:ea typeface="Microsoft YaHei"/>
                <a:cs typeface="Microsoft YaHei"/>
              </a:rPr>
              <a:t>锁车计费停摆率：44% → 2.6%；期望业务代价降到 1/22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